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多语言测试 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中文 + English + العربية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