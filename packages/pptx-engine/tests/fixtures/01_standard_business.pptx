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Fiscal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results</a:t>
            </a:r>
          </a:p>
          <a:p>
            <a:r>
              <a:t>Product updates</a:t>
            </a:r>
          </a:p>
          <a:p>
            <a:r>
              <a:t>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2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</a:rPr>
              <a:t>Key Results</a:t>
            </a:r>
          </a:p>
        </p:txBody>
      </p:sp>
      <p:pic>
        <p:nvPicPr>
          <p:cNvPr id="4" name="Picture 3" descr="_tm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400" y="228600"/>
            <a:ext cx="1000000" cy="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2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800"/>
                <a:gridCol w="3428800"/>
                <a:gridCol w="3428800"/>
              </a:tblGrid>
              <a:tr h="7620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YoY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